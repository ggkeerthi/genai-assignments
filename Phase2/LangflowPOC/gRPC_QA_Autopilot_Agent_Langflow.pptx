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 Ganesan" userId="7b96718e-7af3-4b8d-b6a7-e99dae2a0ba6" providerId="ADAL" clId="{CA22763D-FC15-520D-913B-16B508C4FFE4}"/>
    <pc:docChg chg="custSel modSld">
      <pc:chgData name="Keerthi Ganesan" userId="7b96718e-7af3-4b8d-b6a7-e99dae2a0ba6" providerId="ADAL" clId="{CA22763D-FC15-520D-913B-16B508C4FFE4}" dt="2026-05-12T17:14:22.540" v="5" actId="478"/>
      <pc:docMkLst>
        <pc:docMk/>
      </pc:docMkLst>
      <pc:sldChg chg="delSp modSp mod">
        <pc:chgData name="Keerthi Ganesan" userId="7b96718e-7af3-4b8d-b6a7-e99dae2a0ba6" providerId="ADAL" clId="{CA22763D-FC15-520D-913B-16B508C4FFE4}" dt="2026-05-12T17:14:22.540" v="5" actId="478"/>
        <pc:sldMkLst>
          <pc:docMk/>
          <pc:sldMk cId="0" sldId="256"/>
        </pc:sldMkLst>
        <pc:spChg chg="del mod">
          <ac:chgData name="Keerthi Ganesan" userId="7b96718e-7af3-4b8d-b6a7-e99dae2a0ba6" providerId="ADAL" clId="{CA22763D-FC15-520D-913B-16B508C4FFE4}" dt="2026-05-12T17:14:22.540" v="5" actId="478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D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AI-Powered gRPC QA Autopilot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BDEFB"/>
                </a:solidFill>
              </a:rPr>
              <a:t>Automating End-to-End gRPC Service Testing using Langflow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9000"/>
            <a:ext cx="4114800" cy="5486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POC  |  QA Automation  |  AI Agent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The Challenge — Manual gRPC Testing is Slow &amp; Error-Prone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7498079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92440" y="1188720"/>
            <a:ext cx="3474720" cy="502920"/>
          </a:xfrm>
          <a:prstGeom prst="rect">
            <a:avLst/>
          </a:prstGeom>
          <a:solidFill>
            <a:srgbClr val="FFE0B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4358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4E"/>
                </a:solidFill>
              </a:rPr>
              <a:t>  Reading .proto files manually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24358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5100"/>
                </a:solidFill>
              </a:rPr>
              <a:t>45 mins per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47088"/>
            <a:ext cx="7498079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2440" y="1847088"/>
            <a:ext cx="3474720" cy="502920"/>
          </a:xfrm>
          <a:prstGeom prst="rect">
            <a:avLst/>
          </a:prstGeom>
          <a:solidFill>
            <a:srgbClr val="FFE0B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4E"/>
                </a:solidFill>
              </a:rPr>
              <a:t>  Writing test cases 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9019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5100"/>
                </a:solidFill>
              </a:rPr>
              <a:t>3 hours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05456"/>
            <a:ext cx="7498079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2505456"/>
            <a:ext cx="3474720" cy="502920"/>
          </a:xfrm>
          <a:prstGeom prst="rect">
            <a:avLst/>
          </a:prstGeom>
          <a:solidFill>
            <a:srgbClr val="FFE0B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4E"/>
                </a:solidFill>
              </a:rPr>
              <a:t>  Building grpcurl payloads manually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5603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5100"/>
                </a:solidFill>
              </a:rPr>
              <a:t>2 hours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63824"/>
            <a:ext cx="7498079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3163824"/>
            <a:ext cx="3474720" cy="502920"/>
          </a:xfrm>
          <a:prstGeom prst="rect">
            <a:avLst/>
          </a:prstGeom>
          <a:solidFill>
            <a:srgbClr val="FFE0B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21868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4E"/>
                </a:solidFill>
              </a:rPr>
              <a:t>  Executing and analyzing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2186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5100"/>
                </a:solidFill>
              </a:rPr>
              <a:t>2 hours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22191"/>
            <a:ext cx="7498079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3822191"/>
            <a:ext cx="3474720" cy="502920"/>
          </a:xfrm>
          <a:prstGeom prst="rect">
            <a:avLst/>
          </a:prstGeom>
          <a:solidFill>
            <a:srgbClr val="FFE0B2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77055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4E"/>
                </a:solidFill>
              </a:rPr>
              <a:t>  Writing test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87705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5100"/>
                </a:solidFill>
              </a:rPr>
              <a:t>2 hours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72000"/>
            <a:ext cx="11064240" cy="59436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6451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  Total Manual Time per Service:  7 – 10 Hours   |   Token Expiry Bug Missed in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Proposed Solution — gRPC QA Autopilot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3474720" cy="9144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96F3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.proto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051560"/>
            <a:ext cx="3474720" cy="9144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</a:rPr>
              <a:t>Full Test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2344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417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24242"/>
                </a:solidFill>
              </a:rPr>
              <a:t>AI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1106424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134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13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Reads &amp; understands .proto definition automatically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1106424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953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9535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Auto-generates test cases — positive, negative &amp; edge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520440"/>
            <a:ext cx="1106424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593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93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Builds grpcurl-compatible payloads for each test case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60520"/>
            <a:ext cx="1106424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233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33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Executes tests against the live gRPC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00600"/>
            <a:ext cx="1106424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8737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737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Validates actual vs expected responses with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440680"/>
            <a:ext cx="11064240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5138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D32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5138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4242"/>
                </a:solidFill>
              </a:rPr>
              <a:t>Produces professional pass/fail test report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080760"/>
            <a:ext cx="11064240" cy="5029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61447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Time Saved:   7–10 Hours  →  5 Minutes   |   95% Reduction in Manual Effort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Langflow Workflow — 8 Steps, 13 Nodes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517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2651760" cy="502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</a:rPr>
              <a:t>Proto File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Accepts .proto file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143000"/>
            <a:ext cx="26517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143000"/>
            <a:ext cx="2651760" cy="502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2070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A2"/>
                </a:solidFill>
              </a:rPr>
              <a:t>Proto Analyzer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40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Extracts service, methods &amp; fields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143000"/>
            <a:ext cx="26517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143000"/>
            <a:ext cx="265176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2070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Test Case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240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Positive + Negative + Edge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920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1143000"/>
            <a:ext cx="26517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81160" y="1143000"/>
            <a:ext cx="265176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72600" y="12070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1737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Payload Builder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224028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grpcurl commands per test case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520440"/>
            <a:ext cx="26517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3520440"/>
            <a:ext cx="2651760" cy="5029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3584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71C1C"/>
                </a:solidFill>
              </a:rPr>
              <a:t>gRPC Executor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617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Runs tests, captures responses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3520440"/>
            <a:ext cx="26517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429000" y="3520440"/>
            <a:ext cx="265176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20440" y="3584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Response Validator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617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Actual vs Expected comparison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520440"/>
            <a:ext cx="26517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3369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55080" y="3520440"/>
            <a:ext cx="2651760" cy="502920"/>
          </a:xfrm>
          <a:prstGeom prst="rect">
            <a:avLst/>
          </a:prstGeom>
          <a:solidFill>
            <a:srgbClr val="33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3584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691E"/>
                </a:solidFill>
              </a:rPr>
              <a:t>Report Generator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617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Professional test 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297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96F3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81160" y="3520440"/>
            <a:ext cx="2651760" cy="1920240"/>
          </a:xfrm>
          <a:prstGeom prst="rect">
            <a:avLst/>
          </a:prstGeom>
          <a:solidFill>
            <a:srgbClr val="FAFAFA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281160" y="3520440"/>
            <a:ext cx="2651760" cy="50292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72600" y="35844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4114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4242"/>
                </a:solidFill>
              </a:rPr>
              <a:t>Final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4617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4242"/>
                </a:solidFill>
              </a:rPr>
              <a:t>Pass/Fail summary +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What's Inside — Node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3200400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Node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1097280"/>
            <a:ext cx="1371600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6200" y="11704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1097280"/>
            <a:ext cx="6400800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49240" y="117043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32004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94760" y="1645920"/>
            <a:ext cx="13716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57800" y="1645920"/>
            <a:ext cx="64008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1645920"/>
            <a:ext cx="164592" cy="65836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783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Text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17830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3A047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7830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Accept .proto file content from user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423160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94760" y="2423160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57800" y="2423160"/>
            <a:ext cx="6400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2423160"/>
            <a:ext cx="164592" cy="65836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2560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Prompt Templates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25603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196F3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5603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Structure LLM instructions per step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00400"/>
            <a:ext cx="32004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794760" y="3200400"/>
            <a:ext cx="13716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57800" y="3200400"/>
            <a:ext cx="64008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3200400"/>
            <a:ext cx="164592" cy="65836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3337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Anthropic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337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B1FA2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33756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AI reasoning — analyze, generate, validate, report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977639"/>
            <a:ext cx="3200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794760" y="3977639"/>
            <a:ext cx="1371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257800" y="3977639"/>
            <a:ext cx="6400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3977639"/>
            <a:ext cx="164592" cy="65836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Python 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1148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800"/>
                </a:solidFill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41148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Execute grpcurl commands &amp; capture live responses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754880"/>
            <a:ext cx="32004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794760" y="4754880"/>
            <a:ext cx="13716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257800" y="4754880"/>
            <a:ext cx="64008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2920" y="4754880"/>
            <a:ext cx="164592" cy="65836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4892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Text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48920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71C1C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489204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Display final test report to user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989320"/>
            <a:ext cx="1106424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60624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34E"/>
                </a:solidFill>
              </a:rPr>
              <a:t>Total: 13 Nodes  |  14 Connections  |  4 LLM Calls  |  1 Python Executor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Auto-Generated Test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2286000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07007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Positive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097280"/>
            <a:ext cx="731520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121615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Valid request, all required fields present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87000" y="1097280"/>
            <a:ext cx="1554480" cy="621792"/>
          </a:xfrm>
          <a:prstGeom prst="rect">
            <a:avLst/>
          </a:prstGeom>
          <a:solidFill>
            <a:srgbClr val="E3F2FD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0" y="121615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34E"/>
                </a:solidFill>
              </a:rPr>
              <a:t>TC-001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2286000" cy="6217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9842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Negative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1874519"/>
            <a:ext cx="731520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1993391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Missing required fields — one at a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87000" y="1874519"/>
            <a:ext cx="1554480" cy="621792"/>
          </a:xfrm>
          <a:prstGeom prst="rect">
            <a:avLst/>
          </a:prstGeom>
          <a:solidFill>
            <a:srgbClr val="E3F2FD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32720" y="1993391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34E"/>
                </a:solidFill>
              </a:rPr>
              <a:t>TC-002 to TC-006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51760"/>
            <a:ext cx="2286000" cy="62179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7614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Edge Cases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2651760"/>
            <a:ext cx="731520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0" y="277063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Amount = 0, negative values, very large numbers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87000" y="2651760"/>
            <a:ext cx="1554480" cy="621792"/>
          </a:xfrm>
          <a:prstGeom prst="rect">
            <a:avLst/>
          </a:prstGeom>
          <a:solidFill>
            <a:srgbClr val="E3F2FD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32720" y="27706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34E"/>
                </a:solidFill>
              </a:rPr>
              <a:t>TC-007 to TC-009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29000"/>
            <a:ext cx="2286000" cy="62179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5387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Auth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3429000"/>
            <a:ext cx="731520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17520" y="354787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Expired token, wrong secret, missing Authorization header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7000" y="3429000"/>
            <a:ext cx="1554480" cy="621792"/>
          </a:xfrm>
          <a:prstGeom prst="rect">
            <a:avLst/>
          </a:prstGeom>
          <a:solidFill>
            <a:srgbClr val="E3F2FD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2720" y="354787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34E"/>
                </a:solidFill>
              </a:rPr>
              <a:t>TC-010 to TC-012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06240"/>
            <a:ext cx="2286000" cy="62179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431596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Error Handling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4206240"/>
            <a:ext cx="731520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17520" y="432511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IAM server down, gRPC service unavailable, timeout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87000" y="4206240"/>
            <a:ext cx="1554480" cy="621792"/>
          </a:xfrm>
          <a:prstGeom prst="rect">
            <a:avLst/>
          </a:prstGeom>
          <a:solidFill>
            <a:srgbClr val="E3F2FD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32720" y="432511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34E"/>
                </a:solidFill>
              </a:rPr>
              <a:t>TC-013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983480"/>
            <a:ext cx="2286000" cy="6217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5093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Unit Mismatch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360" y="4983480"/>
            <a:ext cx="731520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017520" y="510235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Seconds vs milliseconds — token expiry bug detection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87000" y="4983480"/>
            <a:ext cx="1554480" cy="621792"/>
          </a:xfrm>
          <a:prstGeom prst="rect">
            <a:avLst/>
          </a:prstGeom>
          <a:solidFill>
            <a:srgbClr val="E3F2FD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332720" y="510235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34E"/>
                </a:solidFill>
              </a:rPr>
              <a:t>TC-014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897880"/>
            <a:ext cx="11064240" cy="6400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5971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14+ Test Cases Generated Automatically from a Single .proto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Impact — Before vs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4114800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097280"/>
            <a:ext cx="2560320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70432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Manual (Before)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097280"/>
            <a:ext cx="2560320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60" y="1170432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Agent (After)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12680" y="1097280"/>
            <a:ext cx="1828800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04119" y="11704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Saved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45920"/>
            <a:ext cx="41148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9160" y="1645920"/>
            <a:ext cx="2560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60920" y="1645920"/>
            <a:ext cx="2560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12680" y="1645920"/>
            <a:ext cx="18288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176479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Understand .proto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76479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45 mins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76479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10 secs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19" y="17647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99%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31343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09160" y="2313432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60920" y="2313432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12680" y="231343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243230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Write test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432304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3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432304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30 secs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19" y="24323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99%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980944"/>
            <a:ext cx="41148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9160" y="2980944"/>
            <a:ext cx="2560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60920" y="2980944"/>
            <a:ext cx="2560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012680" y="2980944"/>
            <a:ext cx="18288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099815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Build payloads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099815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2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3099815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20 secs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19" y="3099815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99%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648456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09160" y="3648456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360920" y="3648456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012680" y="364845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376732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Execute tests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3767328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1 hour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3767328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2 mins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04119" y="37673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97%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315968"/>
            <a:ext cx="41148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709160" y="4315968"/>
            <a:ext cx="2560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360920" y="4315968"/>
            <a:ext cx="25603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012680" y="4315968"/>
            <a:ext cx="182880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4434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Analyze results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443484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1 hour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443484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30 secs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04119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99%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983480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709160" y="4983480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60920" y="4983480"/>
            <a:ext cx="2560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012680" y="4983480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51023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4E"/>
                </a:solidFill>
              </a:rPr>
              <a:t>Write report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0600" y="510235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2 hours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5102352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30 secs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04119" y="5102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99%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897880"/>
            <a:ext cx="1106424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94360" y="5971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TOTAL:   ~10 Hours  →  ~5 Minutes   |   95% Time Reduction   |   Zero Manual Effort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Real Example — FIP Token Expiry Bug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11064240" cy="169164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THE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0000"/>
                </a:solidFill>
              </a:rPr>
              <a:t>Bug    :  Token expiry unit mismatch — expires_in treated as milliseconds instead of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3794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0000"/>
                </a:solidFill>
              </a:rPr>
              <a:t>Impact :  All FIP callback calls FAILED after 30 minutes with 401 Unauthorized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3113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F0000"/>
                </a:solidFill>
              </a:rPr>
              <a:t>Root   :  expires_in = 1800  →  system calculated 1.8 seconds TTL instead of 30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11064240" cy="1691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990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HOW AGENT CATCHES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192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TC-004  (auto-generated)  →  Expired Token Validation test — flags as CRITICAL severity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12463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TC-005  (auto-generated)  →  Unit Mismatch Verification — detects seconds vs ms 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0565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Report  (auto-generated)  →  Recommends exact code fix with correct unit conversion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00600"/>
            <a:ext cx="5212080" cy="82296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</a:rPr>
              <a:t>Without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120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</a:rPr>
              <a:t>Bug found in PRODUCTION after customer 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800600"/>
            <a:ext cx="521208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846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With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120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</a:rPr>
              <a:t>Bug caught in TEST PHASE before any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9834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4E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Getting Started — 4 Steps to Run the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777240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99032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143000"/>
            <a:ext cx="10195560" cy="1097280"/>
          </a:xfrm>
          <a:prstGeom prst="rect">
            <a:avLst/>
          </a:prstGeom>
          <a:solidFill>
            <a:srgbClr val="F5F5F5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2344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F3"/>
                </a:solidFill>
              </a:rPr>
              <a:t>Install Langflow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673352"/>
            <a:ext cx="9875520" cy="438912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1719072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CBC4"/>
                </a:solidFill>
              </a:rPr>
              <a:t>pip install langflow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777240" cy="10972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724912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468880"/>
            <a:ext cx="10195560" cy="1097280"/>
          </a:xfrm>
          <a:prstGeom prst="rect">
            <a:avLst/>
          </a:prstGeom>
          <a:solidFill>
            <a:srgbClr val="F5F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54480" y="25603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1FA2"/>
                </a:solidFill>
              </a:rPr>
              <a:t>Start Langflow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2999232"/>
            <a:ext cx="9875520" cy="438912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20" y="3044952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CBC4"/>
                </a:solidFill>
              </a:rPr>
              <a:t>langflow run   →   open http://localhost:7860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77724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050792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794760"/>
            <a:ext cx="10195560" cy="1097280"/>
          </a:xfrm>
          <a:prstGeom prst="rect">
            <a:avLst/>
          </a:prstGeom>
          <a:solidFill>
            <a:srgbClr val="F5F5F5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54480" y="3886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Import 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4325112"/>
            <a:ext cx="9875520" cy="438912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5920" y="4370832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CBC4"/>
                </a:solidFill>
              </a:rPr>
              <a:t>My Flows → Import → grpc_qa_agent_langflow.json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120640"/>
            <a:ext cx="777240" cy="10972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5376672"/>
            <a:ext cx="777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5120640"/>
            <a:ext cx="10195560" cy="1097280"/>
          </a:xfrm>
          <a:prstGeom prst="rect">
            <a:avLst/>
          </a:prstGeom>
          <a:solidFill>
            <a:srgbClr val="F5F5F5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54480" y="5212079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800"/>
                </a:solidFill>
              </a:rPr>
              <a:t>Configure &amp; 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650992"/>
            <a:ext cx="9875520" cy="438912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45920" y="5696712"/>
            <a:ext cx="9692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0CBC4"/>
                </a:solidFill>
              </a:rPr>
              <a:t>Add Anthropic API key  •  Set gRPC server address  •  brew install grpcurl  •  Paste .proto  •  Click 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Summary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5394960" cy="502920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</a:rPr>
              <a:t>POC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✓  Auto test case generation from .proto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✓  grpcurl payload building per test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✓  Automated live gRPC test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✓  AI-powered result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776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✓  Professional pass/fail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✓  Token expiry bug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663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✓  95% reduction in manual testing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051560"/>
            <a:ext cx="5577840" cy="5029200"/>
          </a:xfrm>
          <a:prstGeom prst="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1155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A2"/>
                </a:solidFill>
              </a:rPr>
              <a:t>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→  Integrate with CI/CD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→  Add Slack / email report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→  Support streaming gRPC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3832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→  Add token caching validation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7763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→  Extend to REST API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720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→  Multi-service batch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1663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242"/>
                </a:solidFill>
              </a:rPr>
              <a:t>→  Dashboard for test history &amp; trends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199632"/>
            <a:ext cx="11338560" cy="47548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25449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From .proto File to Full QA Report — Fully Automated — Powered by Langflow + Claude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ca0b373-e9b1-4578-8e53-53d6aaa79771}" enabled="1" method="Standard" siteId="{f9465cb1-7889-4d9a-b552-fdd0addf0eb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804</Words>
  <Application>Microsoft Macintosh PowerPoint</Application>
  <PresentationFormat>Custom</PresentationFormat>
  <Paragraphs>181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Keerthi Ganesan</cp:lastModifiedBy>
  <cp:revision>1</cp:revision>
  <dcterms:created xsi:type="dcterms:W3CDTF">2013-01-27T09:14:16Z</dcterms:created>
  <dcterms:modified xsi:type="dcterms:W3CDTF">2026-05-12T17:14:27Z</dcterms:modified>
  <cp:category/>
</cp:coreProperties>
</file>